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34256" cy="6858000"/>
          </a:xfrm>
          <a:prstGeom prst="rect">
            <a:avLst/>
          </a:prstGeom>
          <a:solidFill>
            <a:srgbClr val="087E8B">
              <a:alpha val="90000"/>
            </a:srgbClr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914400"/>
            <a:ext cx="5303520" cy="5303520"/>
          </a:xfrm>
          <a:prstGeom prst="arc">
            <a:avLst/>
          </a:prstGeom>
          <a:solidFill>
            <a:srgbClr val="10233F">
              <a:alpha val="0"/>
            </a:srgbClr>
          </a:solidFill>
          <a:ln w="17780">
            <a:solidFill>
              <a:srgbClr val="CBEF43">
                <a:alpha val="80000"/>
              </a:srgbClr>
            </a:solidFill>
            <a:prstDash val="solid"/>
          </a:ln>
        </p:spPr>
      </p:sp>
      <p:pic>
        <p:nvPicPr>
          <p:cNvPr id="4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EF43"/>
                </a:solidFill>
              </a:rPr>
              <a:t>INVESTOR OVERVIEW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CarShare247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9E5ED"/>
                </a:solidFill>
              </a:rPr>
              <a:t>A verified, multi-stop car-pooling platform designed to make unused vehicle capacity bookable at the journey-segment level.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" y="5989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2D1"/>
                </a:solidFill>
              </a:rPr>
              <a:t>Prepared for investor and strategic-partner discussions |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INVESTOR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opportunity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CarShare247 addresses the friction between passengers seeking affordable point-to-point travel and owners with unused seats.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Passenger problem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Transport options can be expensive, inflexible, or mismatched to an exact pickup and drop-off.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Trust and route clarity are critical when travelling with an unfamiliar driver.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Owner problem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Owners need a lightweight way to publish capacity and control who can request a seat.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Monetisation must be gated by verification and straightforward payment administration.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Product response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Multi-stop search and segment booking.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Verification-led onboarding and ratings.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Owner subscriptions, booking approvals, notifications, and administrative review.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INVESTOR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differentiation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The implemented product is focused on operational controls that make a car-pooling marketplace workable.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Multi-stop economics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Owners can price an entire route or individual segments.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Passengers search between any two stops and book only their required portion.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 route preview exposes stops, timing, capacity, and price context.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Trust workflow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OTP, DIDIT identity verification, and live-photo capture are integrated into onboarding.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Discovery is open before verification; booking remains verification-gated.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Ratings, safety tickets, emergency calling, mutual booking blocks, and audit logs provide operating controls.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Controlled supply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Owners create routes, capacity, vehicle details, and optional female-only visibility.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Booking requests await owner approval.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Subscriptions are reviewed through a UTR workflow before owners can post rides.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INVESTOR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Marketplace operating loop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Acquire &amp; verify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Passenger and owner mobile onboarding; DIDIT and photo workflow establish an identity layer.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99816" y="2999232"/>
            <a:ext cx="201168" cy="292608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E8F5F7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6616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Activate supply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Owner selects subscription, submits payment evidence, and receives administrative approval.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34456" y="2999232"/>
            <a:ext cx="201168" cy="292608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Match demand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Passengers search routes and seats; segment logic exposes relevant ride portions.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769096" y="2999232"/>
            <a:ext cx="201168" cy="292608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0684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E8F5F7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3544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Complete &amp; retain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3544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Owners decide on requests; notifications, support, cancellation, and ratings support repeat use.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INVESTOR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design and monetisation levers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The current implementation contains an owner subscription workflow; pricing, take rates, and unit economics still require commercial validation.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Implemented today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Owner plan selection and checkout initiation.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UPI payment details and UTR submission.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Administrative approval/rejection with subscription expiry dates and activation state.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Potential extensions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Tiered owner plans by route volume, geography, or feature access.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Marketplace booking fees or payment-provider take rate.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Fleet, corporate commute, or community partnerships.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Validation needed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Conversion from owner registration to activated subscription.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Ride-fill rate, repeat-booking rate, and cost to acquire each side of the marketplace.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Payment reconciliation effort and support cost per active ride.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INVESTOR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A practical web-first stack with Android packaging and cloud messaging.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Client platform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Angular 17 standalone components and router-based views.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RxJS state streams and HTTP services.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Capacitor packages the same application for Android.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Service integration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REST API requests through an environment-configured API base URL.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Firebase Cloud Messaging for web foreground messages and token registration.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Native Android push plus local notifications via Capacitor.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Operational controls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DIDIT verification session/status integration.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Subscription checkout, UTR submission, approval, and rejection states.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Urgent safety tickets are escalated to administrators, ordered ahead of standard tickets, and recorded in audit logs.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INVESTOR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readiness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The codebase supports web hosting and Android packaging, with clear production hardening items.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Web delivery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Angular production build output: dist/car-pool/browser.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Netlify build configuration with SPA redirect fallback.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Firebase messaging service worker included as a build asset.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Android delivery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Capacitor Android project is present.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Package scripts build the production web app then synchronise native assets.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Native push is feature-flagged by the environment configuration.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Before scale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Dependabot is configured for npm, Maven, and GitHub Actions dependency updates.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Resolve dependency audit findings and align Node runtime with Angular-supported versions.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Establish monitoring, alerting, backup/recovery, and release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INVESTOR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risks and mitigations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The following are diligence considerations, derived from the implemented product rather than claims about production results.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Liquidity risk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 two-sided marketplace needs enough active routes and passenger demand in each launch zone.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Mitigation: concentrate launches by corridor, employer, campus, or community.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Trust &amp; safety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Identity verification helps but does not replace safety operations or incident response.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Implemented mitigation: 112 emergency action, urgent safety tickets, admin escalation, audit logs, and mutual booking blocks.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Remaining need: formal policies, trained support coverage, and response SLAs.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Operational load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Manual UTR approval can constrain scale.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Mitigation: payment-provider confirmation, reconciliation tooling, and exception queues.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INVESTOR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to instrument next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These indicators would turn the current product into a measurable operating model.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Supply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Verified owners, activated subscriptions, published rides, and active seats by corridor.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Time from owner registration to first published ride.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Demand &amp; matching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Search-to-request and request-to-accepted-booking conversion.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Segment occupancy, cancellation rate, and repeat passenger rate.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Trust &amp; economics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Verification completion and rejection rates.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Subscription conversion, revenue per activated owner, support volume, and incident resolution time.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CarShare247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CarShare247: Investor Overview</dc:title>
  <dc:subject>Investor application overview</dc:subject>
  <dc:creator>CarShare247</dc:creator>
  <cp:lastModifiedBy>CarShare247</cp:lastModifiedBy>
  <cp:revision>1</cp:revision>
  <dcterms:created xsi:type="dcterms:W3CDTF">2026-09-02T07:27:01Z</dcterms:created>
  <dcterms:modified xsi:type="dcterms:W3CDTF">2026-09-02T07:27:01Z</dcterms:modified>
</cp:coreProperties>
</file>