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34256" cy="6858000"/>
          </a:xfrm>
          <a:prstGeom prst="rect">
            <a:avLst/>
          </a:prstGeom>
          <a:solidFill>
            <a:srgbClr val="087E8B">
              <a:alpha val="90000"/>
            </a:srgbClr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914400"/>
            <a:ext cx="5303520" cy="5303520"/>
          </a:xfrm>
          <a:prstGeom prst="arc">
            <a:avLst/>
          </a:prstGeom>
          <a:solidFill>
            <a:srgbClr val="10233F">
              <a:alpha val="0"/>
            </a:srgbClr>
          </a:solidFill>
          <a:ln w="17780">
            <a:solidFill>
              <a:srgbClr val="CBEF43">
                <a:alpha val="80000"/>
              </a:srgbClr>
            </a:solidFill>
            <a:prstDash val="solid"/>
          </a:ln>
        </p:spPr>
      </p:sp>
      <p:pic>
        <p:nvPicPr>
          <p:cNvPr id="4" name="Image 0" descr="D:\Project\GIT SOURCE\latest\28082026\frontend\src\assets\carShar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6928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16276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EF43"/>
                </a:solidFill>
              </a:rPr>
              <a:t>USER GUIDE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1965960"/>
            <a:ext cx="6766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Travel better together.</a:t>
            </a:r>
            <a:endParaRPr lang="en-US" sz="3500" dirty="0"/>
          </a:p>
        </p:txBody>
      </p:sp>
      <p:sp>
        <p:nvSpPr>
          <p:cNvPr id="7" name="Text 4"/>
          <p:cNvSpPr/>
          <p:nvPr/>
        </p:nvSpPr>
        <p:spPr>
          <a:xfrm>
            <a:off x="667512" y="3520440"/>
            <a:ext cx="59436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9E5ED"/>
                </a:solidFill>
              </a:rPr>
              <a:t>An overview of how CarShare247 helps passengers find trusted rides and enables owners to share available seats.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67512" y="59893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2D1"/>
                </a:solidFill>
              </a:rPr>
              <a:t>Prepared for current and prospective users | September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pic>
        <p:nvPicPr>
          <p:cNvPr id="3" name="Image 0" descr="D:\Project\GIT SOURCE\latest\28082026\frontend\src\assets\carShar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918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931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CARSHARE247  |  USER GUIDE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1201400" y="3657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</a:rPr>
              <a:t>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CarShare247 is for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30352" y="13898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083"/>
                </a:solidFill>
              </a:rPr>
              <a:t>A two-sided car-pooling experience built around verified people, transparent trip details, and direct coordination.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30352" y="1938528"/>
            <a:ext cx="3532632" cy="4160520"/>
          </a:xfrm>
          <a:prstGeom prst="roundRect">
            <a:avLst>
              <a:gd name="adj" fmla="val 2071"/>
            </a:avLst>
          </a:prstGeom>
          <a:solidFill>
            <a:srgbClr val="FFFFFF"/>
          </a:solidFill>
          <a:ln w="1016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" dist="50800" dir="2700000">
              <a:srgbClr val="93A4B2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30352" y="1938528"/>
            <a:ext cx="91440" cy="416052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" y="2194560"/>
            <a:ext cx="302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</a:rPr>
              <a:t>Passengers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86384" y="2688336"/>
            <a:ext cx="3075432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Search rides by start, destination, date, and seats.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Book only the section of a multi-stop route you need.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Track booking status, contact the owner, cancel when eligible, and rate completed trips.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19016" y="1938528"/>
            <a:ext cx="3532632" cy="4160520"/>
          </a:xfrm>
          <a:prstGeom prst="roundRect">
            <a:avLst>
              <a:gd name="adj" fmla="val 2071"/>
            </a:avLst>
          </a:prstGeom>
          <a:solidFill>
            <a:srgbClr val="FFFFFF"/>
          </a:solidFill>
          <a:ln w="1016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" dist="50800" dir="2700000">
              <a:srgbClr val="93A4B2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19016" y="1938528"/>
            <a:ext cx="91440" cy="4160520"/>
          </a:xfrm>
          <a:prstGeom prst="rect">
            <a:avLst/>
          </a:prstGeom>
          <a:solidFill>
            <a:srgbClr val="FF6B5A"/>
          </a:solidFill>
          <a:ln w="12700">
            <a:solidFill>
              <a:srgbClr val="FF6B5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93336" y="2194560"/>
            <a:ext cx="302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</a:rPr>
              <a:t>Car Owners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75048" y="2688336"/>
            <a:ext cx="3075432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Verify identity, activate a subscription, and publish rides.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Set a fixed whole-route price or price each journey segment.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Control seat availability, female-only visibility, and booking approvals.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07680" y="1938528"/>
            <a:ext cx="3532632" cy="4160520"/>
          </a:xfrm>
          <a:prstGeom prst="roundRect">
            <a:avLst>
              <a:gd name="adj" fmla="val 2071"/>
            </a:avLst>
          </a:prstGeom>
          <a:solidFill>
            <a:srgbClr val="FFFFFF"/>
          </a:solidFill>
          <a:ln w="1016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" dist="50800" dir="2700000">
              <a:srgbClr val="93A4B2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107680" y="1938528"/>
            <a:ext cx="91440" cy="416052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82000" y="2194560"/>
            <a:ext cx="302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</a:rPr>
              <a:t>Trust by design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363712" y="2688336"/>
            <a:ext cx="3075432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Mobile OTP, identity-verification stages, and live profile-photo capture.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Ratings, cancellation reasons, support tickets, urgent safety reporting, and user blocking.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Emergency calling is available from an accepted booking.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pic>
        <p:nvPicPr>
          <p:cNvPr id="3" name="Image 0" descr="D:\Project\GIT SOURCE\latest\28082026\frontend\src\assets\carShar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918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931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CARSHARE247  |  USER GUIDE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1201400" y="3657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</a:rPr>
              <a:t>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Passenger journey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502920" y="2057400"/>
            <a:ext cx="251460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0160">
            <a:solidFill>
              <a:srgbClr val="C9DDE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22860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263347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3F"/>
                </a:solidFill>
              </a:rPr>
              <a:t>Create account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318211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083"/>
                </a:solidFill>
              </a:rPr>
              <a:t>Choose Passenger, provide profile details, verify mobile OTP, and complete identity verification.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099816" y="2999232"/>
            <a:ext cx="201168" cy="292608"/>
          </a:xfrm>
          <a:prstGeom prst="chevron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7560" y="2057400"/>
            <a:ext cx="2514600" cy="2331720"/>
          </a:xfrm>
          <a:prstGeom prst="roundRect">
            <a:avLst>
              <a:gd name="adj" fmla="val 2353"/>
            </a:avLst>
          </a:prstGeom>
          <a:solidFill>
            <a:srgbClr val="E8F5F7"/>
          </a:solidFill>
          <a:ln w="10160">
            <a:solidFill>
              <a:srgbClr val="C9DDE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66160" y="22860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566160" y="263347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3F"/>
                </a:solidFill>
              </a:rPr>
              <a:t>Find a route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566160" y="318211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083"/>
                </a:solidFill>
              </a:rPr>
              <a:t>Browse routes by from/to stops, travel date, and required seats before verification is approved.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934456" y="2999232"/>
            <a:ext cx="201168" cy="292608"/>
          </a:xfrm>
          <a:prstGeom prst="chevron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72200" y="2057400"/>
            <a:ext cx="251460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0160">
            <a:solidFill>
              <a:srgbClr val="C9DDE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0" y="22860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</a:rPr>
              <a:t>03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00800" y="263347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3F"/>
                </a:solidFill>
              </a:rPr>
              <a:t>Request booking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00800" y="318211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083"/>
                </a:solidFill>
              </a:rPr>
              <a:t>Complete identity verification, review segment price and terms, then submit a request for owner approval.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769096" y="2999232"/>
            <a:ext cx="201168" cy="292608"/>
          </a:xfrm>
          <a:prstGeom prst="chevron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006840" y="2057400"/>
            <a:ext cx="2514600" cy="2331720"/>
          </a:xfrm>
          <a:prstGeom prst="roundRect">
            <a:avLst>
              <a:gd name="adj" fmla="val 2353"/>
            </a:avLst>
          </a:prstGeom>
          <a:solidFill>
            <a:srgbClr val="E8F5F7"/>
          </a:solidFill>
          <a:ln w="10160">
            <a:solidFill>
              <a:srgbClr val="C9DDE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35440" y="22860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</a:rPr>
              <a:t>04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235440" y="263347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3F"/>
                </a:solidFill>
              </a:rPr>
              <a:t>Manage the trip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235440" y="318211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083"/>
                </a:solidFill>
              </a:rPr>
              <a:t>See booking status, call the owner, share location, cancel, rate, report concerns, or block an owner.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pic>
        <p:nvPicPr>
          <p:cNvPr id="3" name="Image 0" descr="D:\Project\GIT SOURCE\latest\28082026\frontend\src\assets\carShar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918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931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CARSHARE247  |  USER GUIDE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1201400" y="3657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</a:rPr>
              <a:t>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Owner journey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502920" y="2057400"/>
            <a:ext cx="251460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0160">
            <a:solidFill>
              <a:srgbClr val="C9DDE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22860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263347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3F"/>
                </a:solidFill>
              </a:rPr>
              <a:t>Register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318211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083"/>
                </a:solidFill>
              </a:rPr>
              <a:t>Select Owner, complete mobile OTP, identity verification, and live-photo capture.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099816" y="2999232"/>
            <a:ext cx="201168" cy="292608"/>
          </a:xfrm>
          <a:prstGeom prst="chevron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7560" y="2057400"/>
            <a:ext cx="2514600" cy="2331720"/>
          </a:xfrm>
          <a:prstGeom prst="roundRect">
            <a:avLst>
              <a:gd name="adj" fmla="val 2353"/>
            </a:avLst>
          </a:prstGeom>
          <a:solidFill>
            <a:srgbClr val="E8F5F7"/>
          </a:solidFill>
          <a:ln w="10160">
            <a:solidFill>
              <a:srgbClr val="C9DDE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66160" y="22860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566160" y="263347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3F"/>
                </a:solidFill>
              </a:rPr>
              <a:t>Activate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566160" y="318211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083"/>
                </a:solidFill>
              </a:rPr>
              <a:t>Choose a plan, make the UPI payment, submit UTR, and wait for administrative approval.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934456" y="2999232"/>
            <a:ext cx="201168" cy="292608"/>
          </a:xfrm>
          <a:prstGeom prst="chevron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72200" y="2057400"/>
            <a:ext cx="251460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0160">
            <a:solidFill>
              <a:srgbClr val="C9DDE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0" y="22860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</a:rPr>
              <a:t>03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00800" y="263347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3F"/>
                </a:solidFill>
              </a:rPr>
              <a:t>Publish ride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00800" y="318211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083"/>
                </a:solidFill>
              </a:rPr>
              <a:t>Set travel date, route stops, timing, prices, vehicle, seats, and audience controls.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769096" y="2999232"/>
            <a:ext cx="201168" cy="292608"/>
          </a:xfrm>
          <a:prstGeom prst="chevron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006840" y="2057400"/>
            <a:ext cx="2514600" cy="2331720"/>
          </a:xfrm>
          <a:prstGeom prst="roundRect">
            <a:avLst>
              <a:gd name="adj" fmla="val 2353"/>
            </a:avLst>
          </a:prstGeom>
          <a:solidFill>
            <a:srgbClr val="E8F5F7"/>
          </a:solidFill>
          <a:ln w="10160">
            <a:solidFill>
              <a:srgbClr val="C9DDE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35440" y="22860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</a:rPr>
              <a:t>04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235440" y="263347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3F"/>
                </a:solidFill>
              </a:rPr>
              <a:t>Respond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235440" y="318211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083"/>
                </a:solidFill>
              </a:rPr>
              <a:t>Manage ride listings and accept or decline passenger booking requests.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pic>
        <p:nvPicPr>
          <p:cNvPr id="3" name="Image 0" descr="D:\Project\GIT SOURCE\latest\28082026\frontend\src\assets\carShar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918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931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CARSHARE247  |  USER GUIDE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1201400" y="3657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</a:rPr>
              <a:t>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Screens you will use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30352" y="13898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083"/>
                </a:solidFill>
              </a:rPr>
              <a:t>The product provides purpose-built screens for each major stage of a shared journey.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30352" y="1938528"/>
            <a:ext cx="3532632" cy="4160520"/>
          </a:xfrm>
          <a:prstGeom prst="roundRect">
            <a:avLst>
              <a:gd name="adj" fmla="val 2071"/>
            </a:avLst>
          </a:prstGeom>
          <a:solidFill>
            <a:srgbClr val="FFFFFF"/>
          </a:solidFill>
          <a:ln w="1016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" dist="50800" dir="2700000">
              <a:srgbClr val="93A4B2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30352" y="1938528"/>
            <a:ext cx="91440" cy="416052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" y="2194560"/>
            <a:ext cx="302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</a:rPr>
              <a:t>Entry &amp; setup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86384" y="2688336"/>
            <a:ext cx="3075432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Welcome / login screen with Passenger and Car Owner role selection.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Guided registration progress, OTP verification, KYC status, and live-photo capture.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19016" y="1938528"/>
            <a:ext cx="3532632" cy="4160520"/>
          </a:xfrm>
          <a:prstGeom prst="roundRect">
            <a:avLst>
              <a:gd name="adj" fmla="val 2071"/>
            </a:avLst>
          </a:prstGeom>
          <a:solidFill>
            <a:srgbClr val="FFFFFF"/>
          </a:solidFill>
          <a:ln w="1016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" dist="50800" dir="2700000">
              <a:srgbClr val="93A4B2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19016" y="1938528"/>
            <a:ext cx="91440" cy="416052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93336" y="2194560"/>
            <a:ext cx="302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</a:rPr>
              <a:t>Finding &amp; booking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75048" y="2688336"/>
            <a:ext cx="3075432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Ride discovery is available before identity approval; booking is verification-gated.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Ride cards show route stops, driver rating, vehicle, available seats, price, and female-only marker.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Booking confirmation clearly states pending owner approval.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07680" y="1938528"/>
            <a:ext cx="3532632" cy="4160520"/>
          </a:xfrm>
          <a:prstGeom prst="roundRect">
            <a:avLst>
              <a:gd name="adj" fmla="val 2071"/>
            </a:avLst>
          </a:prstGeom>
          <a:solidFill>
            <a:srgbClr val="FFFFFF"/>
          </a:solidFill>
          <a:ln w="1016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" dist="50800" dir="2700000">
              <a:srgbClr val="93A4B2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107680" y="1938528"/>
            <a:ext cx="91440" cy="4160520"/>
          </a:xfrm>
          <a:prstGeom prst="rect">
            <a:avLst/>
          </a:prstGeom>
          <a:solidFill>
            <a:srgbClr val="FF6B5A"/>
          </a:solidFill>
          <a:ln w="12700">
            <a:solidFill>
              <a:srgbClr val="FF6B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82000" y="2194560"/>
            <a:ext cx="302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</a:rPr>
              <a:t>Ongoing management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363712" y="2688336"/>
            <a:ext cx="3075432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Passenger bookings: status, owner call, cancellation, location sharing, rating, emergency call, safety report, and block control.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Owner dashboard: ride creation, ride list, booking requests, plans, payments, and profile.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pic>
        <p:nvPicPr>
          <p:cNvPr id="3" name="Image 0" descr="D:\Project\GIT SOURCE\latest\28082026\frontend\src\assets\carShar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918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931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CARSHARE247  |  USER GUIDE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1201400" y="3657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</a:rPr>
              <a:t>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Notifications and support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30352" y="13898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083"/>
                </a:solidFill>
              </a:rPr>
              <a:t>Keep important ride and account events visible across the web and Android app.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30352" y="1938528"/>
            <a:ext cx="3532632" cy="4160520"/>
          </a:xfrm>
          <a:prstGeom prst="roundRect">
            <a:avLst>
              <a:gd name="adj" fmla="val 2071"/>
            </a:avLst>
          </a:prstGeom>
          <a:solidFill>
            <a:srgbClr val="FFFFFF"/>
          </a:solidFill>
          <a:ln w="1016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" dist="50800" dir="2700000">
              <a:srgbClr val="93A4B2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30352" y="1938528"/>
            <a:ext cx="91440" cy="416052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" y="2194560"/>
            <a:ext cx="302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</a:rPr>
              <a:t>What can notify you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86384" y="2688336"/>
            <a:ext cx="3075432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Booking and account messages delivered while the app is active.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A badge counter tracks new notifications inside the app.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Notification actions include a route so the app can open the relevant destination.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19016" y="1938528"/>
            <a:ext cx="3532632" cy="4160520"/>
          </a:xfrm>
          <a:prstGeom prst="roundRect">
            <a:avLst>
              <a:gd name="adj" fmla="val 2071"/>
            </a:avLst>
          </a:prstGeom>
          <a:solidFill>
            <a:srgbClr val="FFFFFF"/>
          </a:solidFill>
          <a:ln w="1016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" dist="50800" dir="2700000">
              <a:srgbClr val="93A4B2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19016" y="1938528"/>
            <a:ext cx="91440" cy="416052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93336" y="2194560"/>
            <a:ext cx="302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</a:rPr>
              <a:t>Where it works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75048" y="2688336"/>
            <a:ext cx="3075432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Web: Firebase Cloud Messaging with a service worker and browser permission.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Android: Capacitor push notifications plus local foreground notifications on a CarShare247 channel.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07680" y="1938528"/>
            <a:ext cx="3532632" cy="4160520"/>
          </a:xfrm>
          <a:prstGeom prst="roundRect">
            <a:avLst>
              <a:gd name="adj" fmla="val 2071"/>
            </a:avLst>
          </a:prstGeom>
          <a:solidFill>
            <a:srgbClr val="FFFFFF"/>
          </a:solidFill>
          <a:ln w="1016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" dist="50800" dir="2700000">
              <a:srgbClr val="93A4B2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107680" y="1938528"/>
            <a:ext cx="91440" cy="4160520"/>
          </a:xfrm>
          <a:prstGeom prst="rect">
            <a:avLst/>
          </a:prstGeom>
          <a:solidFill>
            <a:srgbClr val="FF6B5A"/>
          </a:solidFill>
          <a:ln w="12700">
            <a:solidFill>
              <a:srgbClr val="FF6B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82000" y="2194560"/>
            <a:ext cx="302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</a:rPr>
              <a:t>Get help and stay safe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363712" y="2688336"/>
            <a:ext cx="3075432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Accepted booking details include Emergency: call 112.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Safety reports open a prefilled support ticket and use the dedicated SAFETY_INCIDENT category.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Urgent tickets are prioritised in the admin queue; users can also block an owner to prevent future bookings between them.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pic>
        <p:nvPicPr>
          <p:cNvPr id="3" name="Image 0" descr="D:\Project\GIT SOURCE\latest\28082026\frontend\src\assets\carShar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918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931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CARSHARE247  |  USER GUIDE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1201400" y="3657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</a:rPr>
              <a:t>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Privacy and practical expectations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30352" y="13898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083"/>
                </a:solidFill>
              </a:rPr>
              <a:t>A clear explanation of the safeguards already present, without promising outcomes beyond the implemented product.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30352" y="1938528"/>
            <a:ext cx="3532632" cy="4160520"/>
          </a:xfrm>
          <a:prstGeom prst="roundRect">
            <a:avLst>
              <a:gd name="adj" fmla="val 2071"/>
            </a:avLst>
          </a:prstGeom>
          <a:solidFill>
            <a:srgbClr val="FFFFFF"/>
          </a:solidFill>
          <a:ln w="1016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" dist="50800" dir="2700000">
              <a:srgbClr val="93A4B2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30352" y="1938528"/>
            <a:ext cx="91440" cy="416052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" y="2194560"/>
            <a:ext cx="302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</a:rPr>
              <a:t>Verification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86384" y="2688336"/>
            <a:ext cx="3075432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Phone OTP is part of account onboarding.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The registration flow integrates DIDIT identity verification and a live profile-photo capture step.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Some experiences are gated until verification is approved.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19016" y="1938528"/>
            <a:ext cx="3532632" cy="4160520"/>
          </a:xfrm>
          <a:prstGeom prst="roundRect">
            <a:avLst>
              <a:gd name="adj" fmla="val 2071"/>
            </a:avLst>
          </a:prstGeom>
          <a:solidFill>
            <a:srgbClr val="FFFFFF"/>
          </a:solidFill>
          <a:ln w="1016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" dist="50800" dir="2700000">
              <a:srgbClr val="93A4B2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19016" y="1938528"/>
            <a:ext cx="91440" cy="416052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93336" y="2194560"/>
            <a:ext cx="302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</a:rPr>
              <a:t>Permissions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75048" y="2688336"/>
            <a:ext cx="3075432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Notifications require browser or device permission.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Live-location sharing requires geolocation permission and opens a WhatsApp sharing flow.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Camera access is used for live-photo capture in registration.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07680" y="1938528"/>
            <a:ext cx="3532632" cy="4160520"/>
          </a:xfrm>
          <a:prstGeom prst="roundRect">
            <a:avLst>
              <a:gd name="adj" fmla="val 2071"/>
            </a:avLst>
          </a:prstGeom>
          <a:solidFill>
            <a:srgbClr val="FFFFFF"/>
          </a:solidFill>
          <a:ln w="1016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" dist="50800" dir="2700000">
              <a:srgbClr val="93A4B2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107680" y="1938528"/>
            <a:ext cx="91440" cy="4160520"/>
          </a:xfrm>
          <a:prstGeom prst="rect">
            <a:avLst/>
          </a:prstGeom>
          <a:solidFill>
            <a:srgbClr val="FF6B5A"/>
          </a:solidFill>
          <a:ln w="12700">
            <a:solidFill>
              <a:srgbClr val="FF6B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82000" y="2194560"/>
            <a:ext cx="302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</a:rPr>
              <a:t>Before and during travel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363712" y="2688336"/>
            <a:ext cx="3075432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Review route, stops, price, available seats, owner rating, and verified-owner marker.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A booking remains pending until the owner approves it.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Use the safety panel in an accepted booking to call 112, report a concern, or block the owner.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pic>
        <p:nvPicPr>
          <p:cNvPr id="3" name="Image 0" descr="D:\Project\GIT SOURCE\latest\28082026\frontend\src\assets\carShar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918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931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CARSHARE247  |  USER GUIDE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1201400" y="3657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</a:rPr>
              <a:t>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Available on web and Android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30352" y="13898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083"/>
                </a:solidFill>
              </a:rPr>
              <a:t>CarShare247 is an Angular web application that can also be packaged as an Android app.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30352" y="1938528"/>
            <a:ext cx="3532632" cy="4160520"/>
          </a:xfrm>
          <a:prstGeom prst="roundRect">
            <a:avLst>
              <a:gd name="adj" fmla="val 2071"/>
            </a:avLst>
          </a:prstGeom>
          <a:solidFill>
            <a:srgbClr val="FFFFFF"/>
          </a:solidFill>
          <a:ln w="1016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" dist="50800" dir="2700000">
              <a:srgbClr val="93A4B2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30352" y="1938528"/>
            <a:ext cx="91440" cy="416052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" y="2194560"/>
            <a:ext cx="302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</a:rPr>
              <a:t>Web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86384" y="2688336"/>
            <a:ext cx="3075432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Runs in modern browsers.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Uses a Firebase messaging service worker for web push.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Hosted deployment is configured for Netlify with single-page-app route fallback.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19016" y="1938528"/>
            <a:ext cx="3532632" cy="4160520"/>
          </a:xfrm>
          <a:prstGeom prst="roundRect">
            <a:avLst>
              <a:gd name="adj" fmla="val 2071"/>
            </a:avLst>
          </a:prstGeom>
          <a:solidFill>
            <a:srgbClr val="FFFFFF"/>
          </a:solidFill>
          <a:ln w="1016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" dist="50800" dir="2700000">
              <a:srgbClr val="93A4B2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19016" y="1938528"/>
            <a:ext cx="91440" cy="416052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93336" y="2194560"/>
            <a:ext cx="302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</a:rPr>
              <a:t>Android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75048" y="2688336"/>
            <a:ext cx="3075432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Packaged using Capacitor Android.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Uses native push and local notifications.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Requires a build with native notifications configured.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07680" y="1938528"/>
            <a:ext cx="3532632" cy="4160520"/>
          </a:xfrm>
          <a:prstGeom prst="roundRect">
            <a:avLst>
              <a:gd name="adj" fmla="val 2071"/>
            </a:avLst>
          </a:prstGeom>
          <a:solidFill>
            <a:srgbClr val="FFFFFF"/>
          </a:solidFill>
          <a:ln w="1016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" dist="50800" dir="2700000">
              <a:srgbClr val="93A4B2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107680" y="1938528"/>
            <a:ext cx="91440" cy="4160520"/>
          </a:xfrm>
          <a:prstGeom prst="rect">
            <a:avLst/>
          </a:prstGeom>
          <a:solidFill>
            <a:srgbClr val="FF6B5A"/>
          </a:solidFill>
          <a:ln w="12700">
            <a:solidFill>
              <a:srgbClr val="FF6B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82000" y="2194560"/>
            <a:ext cx="302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</a:rPr>
              <a:t>A note on access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363712" y="2688336"/>
            <a:ext cx="3075432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Functionality depends on account role, verification state, subscription state for owners, and device permissions.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75B"/>
                </a:solidFill>
              </a:rPr>
              <a:t>Availability and matching rides depend on current published ride data.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CarShare247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CarShare247: User Guide</dc:title>
  <dc:subject>User application overview</dc:subject>
  <dc:creator>CarShare247</dc:creator>
  <cp:lastModifiedBy>CarShare247</cp:lastModifiedBy>
  <cp:revision>1</cp:revision>
  <dcterms:created xsi:type="dcterms:W3CDTF">2026-09-02T07:27:01Z</dcterms:created>
  <dcterms:modified xsi:type="dcterms:W3CDTF">2026-09-02T07:27:01Z</dcterms:modified>
</cp:coreProperties>
</file>